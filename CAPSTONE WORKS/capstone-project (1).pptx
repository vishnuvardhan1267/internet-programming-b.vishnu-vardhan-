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73" r:id="rId7"/>
    <p:sldId id="275" r:id="rId8"/>
    <p:sldId id="261" r:id="rId9"/>
    <p:sldId id="278" r:id="rId10"/>
    <p:sldId id="271" r:id="rId11"/>
    <p:sldId id="277" r:id="rId12"/>
    <p:sldId id="283" r:id="rId13"/>
    <p:sldId id="282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09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49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306456" y="2817781"/>
            <a:ext cx="11579087" cy="126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br>
              <a:rPr lang="en-US" sz="27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-  07</a:t>
            </a:r>
            <a:br>
              <a:rPr lang="en-US" sz="27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sz="27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CSA4305</a:t>
            </a:r>
            <a:r>
              <a:rPr lang="en-US" sz="27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–Internet Programming </a:t>
            </a:r>
            <a:endParaRPr sz="2700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6587612" y="4226900"/>
            <a:ext cx="5202939" cy="225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 </a:t>
            </a:r>
            <a:endParaRPr sz="2400" b="1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G.Pradeep reddy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192311289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B.Vishnuvardhan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192311267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M.Reshwanth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192411235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B.Maheshwar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192411195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indent="0">
              <a:spcBef>
                <a:spcPts val="520"/>
              </a:spcBef>
              <a:buClr>
                <a:srgbClr val="0C0C0C"/>
              </a:buClr>
              <a:buSzPts val="2600"/>
            </a:pP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4331" y="4226900"/>
            <a:ext cx="4161709" cy="79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</a:t>
            </a:r>
            <a:r>
              <a:rPr lang="en-US" alt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SUDHAGAR D</a:t>
            </a: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20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endParaRPr lang="en-US" sz="2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20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93;p13"/>
          <p:cNvSpPr txBox="1"/>
          <p:nvPr/>
        </p:nvSpPr>
        <p:spPr>
          <a:xfrm>
            <a:off x="2365731" y="1671392"/>
            <a:ext cx="70418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Capstone project presentation</a:t>
            </a:r>
            <a:endParaRPr lang="en-US"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9392" y="2271858"/>
            <a:ext cx="940552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altLang="en-IN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resource allocation and appointment scheduling system</a:t>
            </a:r>
            <a:endParaRPr lang="en-US" altLang="en-IN" sz="28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09600" y="1842770"/>
            <a:ext cx="7315200" cy="478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Hospital Resource and Appointment Management Portal is a web-based system for managing hospital activities.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patients book appointments with doctors quickly and easily.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patient, doctor, and hospital resource information in one place.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paperwork, saves time, and avoids scheduling conflicts.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hospital efficiency and provides better service to patients.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14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14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88680" y="2141855"/>
            <a:ext cx="3093720" cy="3303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767080" y="1902460"/>
            <a:ext cx="10389870" cy="408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system to manage patients, doctors, appointments, and hospital resources.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appointment scheduling to reduce waiting time and booking conflicts.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management of beds, rooms, equipment, and staff availability.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records, real-time monitoring, and reports for better hospital management.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overall patient experience by providing faster, reliable, and efficient healthcare services.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960248" y="1720560"/>
            <a:ext cx="10314040" cy="5220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Hospitals often use manual or separate systems to manage patient records and appointments.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Appointment scheduling conflicts can lead to long waiting times and inconvenience for patients.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Poor management of beds, rooms, and medical equipment reduces hospital efficiency.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Lack of centralized data makes it difficult to track patients, doctors, staff, and resources.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 centralized hospital management portal is needed to improve efficiency, accuracy, and the quality of healthcare services.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30400" y="467899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0728" y="0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0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88312" y="3265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728" y="1479408"/>
          <a:ext cx="11704795" cy="5287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854"/>
                <a:gridCol w="705987"/>
                <a:gridCol w="2557995"/>
                <a:gridCol w="1373290"/>
                <a:gridCol w="2814276"/>
                <a:gridCol w="2098618"/>
                <a:gridCol w="1738775"/>
              </a:tblGrid>
              <a:tr h="397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 Name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4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Flow Optimization in Hospitals Using Queueing Theory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Wang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patient flow to reduce overcrowding and delays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Queueing models, simulation of OPD and emergency services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patient waiting time and better utilization of hospital resources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6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of Online Appointment Systems on Patient Satisfaction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P.K. Betancor et al.</a:t>
                      </a:r>
                      <a:endParaRPr lang="da-D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effectiveness of online hospital appointment booking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Surveys and staff–patient feedback analysis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patient satisfaction and fewer missed appointments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5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Appointment Scheduling in Smart Healthcare Systems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Zhang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Ensuring secure and privacy-safe hospital appointment booking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 techniques, secure login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data security and increased patient trust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6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Development of a Smart Hospital Management System Portal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Gaikwad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Developing a web-based smart HMS portal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PHP, MySQL database, role-based web system implementation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processing, efficient data handling, and reduced paperwork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11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Market Trends in Patient Flow and Hospital Digital Solutions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RootsAnalysis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Analyzing adoption of digital patient-flow and HMS technologies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statistics, industry reports, and trend analysis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in digital healthcare adoption and smart hospital investments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430581" y="475718"/>
            <a:ext cx="89443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3600"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Appointment Management</a:t>
            </a:r>
            <a:b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91230" y="1618483"/>
            <a:ext cx="10123835" cy="493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efficient system for managing patient appointments, records, and doctor scheduling in a centralized platform.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manage patient records.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appointments with available doctors.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Reschedule or cancel appointments.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doctor consultation schedules.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appointment reminder notifications.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streamlined appointment management system that reduces waiting time and improves patient service.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7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627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325329" y="400992"/>
            <a:ext cx="754134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Doctor &amp; Staff Management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5340" y="1644015"/>
            <a:ext cx="1065149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efficiently manage doctor and staff information, schedules, attendance, and availability for smooth hospital operations.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doctor and staff profiles.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duty schedules and shifts.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attendance and leave records.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doctor availability regularly.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scheduling conflicts efficiently.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organized workforce management system that improves staff coordination and operational efficiency.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791866" y="391510"/>
            <a:ext cx="842296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Resource Management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09600" y="1693840"/>
            <a:ext cx="10972800" cy="54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 monitor and manage hospital resources effectively for better utilization and uninterrupted healthcare services.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Monitor beds and room availability.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Allocate resources based on needs.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Track medical equipment usage.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Schedule equipment maintenance regularly.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Generate resource utilization reports.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An efficient resource management system that optimizes hospital facilities and improves service quality.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5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 rot="10800000" flipH="1" flipV="1">
            <a:off x="2306421" y="403730"/>
            <a:ext cx="739385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 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&amp; Analytics Dashboard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17220" y="1701165"/>
            <a:ext cx="108845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centralized monitoring, reporting, and analytical tools for effective hospital management.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overall hospital activities.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and permissions securely.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analytics.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performance dashboards.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administrative decisions.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dashboard that provides real-time insights and supports better decision-making in hospital administration.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8033385" y="1891030"/>
            <a:ext cx="3767455" cy="352234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Google Shape;153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4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368728" y="504128"/>
            <a:ext cx="7718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115" y="1706880"/>
            <a:ext cx="6806565" cy="4425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provides a centralized platform for managing hospital operations efficiently.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patient appointments, doctor schedules, and hospital resource management.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paperwork, improves accuracy, and saves valuable time.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hospital efficiency and delivers better healthcare services to patients.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93465" y="1611333"/>
            <a:ext cx="10264200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Rajkumar </a:t>
            </a:r>
            <a:r>
              <a:rPr lang="en-GB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James Broberg, and Andrzej Goscinski, Cloud Computing: Principles and Paradigms, Wiley Publications, 2011.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Sommerville, Software Engineering, 10th Edition, Pearson Education, 2015.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Roger S. Pressman and Bruce R. Maxim, Software Engineering: A Practitioner's Approach, 8th Edition, McGraw-Hill Education, 2014.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Elmasri, R. and Navathe, S.B., Fundamentals of Database Systems, 7th Edition, Pearson Education, 2016.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H. Rosen, Discrete Mathematics and Its Applications, McGraw-Hill Education, 2018.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(WHO), Digital Health and Health Information </a:t>
            </a:r>
            <a:r>
              <a:rPr lang="en-GB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Systems.World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Organization (WHO)</a:t>
            </a:r>
            <a:endParaRPr lang="en-IN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4640826" y="570558"/>
            <a:ext cx="63516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60" name="Google Shape;260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926102" y="205787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5908</Words>
  <Application>WPS Presentation</Application>
  <PresentationFormat>Widescreen</PresentationFormat>
  <Paragraphs>220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 Team -  09 CSA4351 –Internet Programming for Web App Development</vt:lpstr>
      <vt:lpstr>INTRODUCTION</vt:lpstr>
      <vt:lpstr>OBJECTIVES</vt:lpstr>
      <vt:lpstr>PROBLEM STATEMENT</vt:lpstr>
      <vt:lpstr>PowerPoint 演示文稿</vt:lpstr>
      <vt:lpstr>Module 1 –Patient Appointment Management </vt:lpstr>
      <vt:lpstr>PowerPoint 演示文稿</vt:lpstr>
      <vt:lpstr>Module 3 — Hospital Resource Management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Kumar</dc:creator>
  <cp:lastModifiedBy>MAKKENA RESHWANTH</cp:lastModifiedBy>
  <cp:revision>31</cp:revision>
  <dcterms:created xsi:type="dcterms:W3CDTF">2026-07-25T07:48:38Z</dcterms:created>
  <dcterms:modified xsi:type="dcterms:W3CDTF">2026-07-25T08:21:16Z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D456E80BD2E44F8DAFB2F3B143E6BE01_12</vt:lpwstr>
  </property>
</Properties>
</file>